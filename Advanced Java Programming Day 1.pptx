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3" r:id="rId8"/>
    <p:sldId id="262" r:id="rId9"/>
    <p:sldId id="261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93" d="100"/>
          <a:sy n="93" d="100"/>
        </p:scale>
        <p:origin x="3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C1F4F-A65F-4B7E-B46E-758DFB6AB97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FD315-45AC-4FD6-BFEF-F61DCE87B3F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8448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C1F4F-A65F-4B7E-B46E-758DFB6AB97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FD315-45AC-4FD6-BFEF-F61DCE87B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027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C1F4F-A65F-4B7E-B46E-758DFB6AB97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FD315-45AC-4FD6-BFEF-F61DCE87B3F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519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C1F4F-A65F-4B7E-B46E-758DFB6AB97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FD315-45AC-4FD6-BFEF-F61DCE87B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808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C1F4F-A65F-4B7E-B46E-758DFB6AB97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FD315-45AC-4FD6-BFEF-F61DCE87B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001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C1F4F-A65F-4B7E-B46E-758DFB6AB97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FD315-45AC-4FD6-BFEF-F61DCE87B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281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C1F4F-A65F-4B7E-B46E-758DFB6AB97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FD315-45AC-4FD6-BFEF-F61DCE87B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97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0BC1F4F-A65F-4B7E-B46E-758DFB6AB97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09FD315-45AC-4FD6-BFEF-F61DCE87B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496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C1F4F-A65F-4B7E-B46E-758DFB6AB97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FD315-45AC-4FD6-BFEF-F61DCE87B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17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C1F4F-A65F-4B7E-B46E-758DFB6AB97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FD315-45AC-4FD6-BFEF-F61DCE87B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090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C1F4F-A65F-4B7E-B46E-758DFB6AB97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FD315-45AC-4FD6-BFEF-F61DCE87B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609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0BC1F4F-A65F-4B7E-B46E-758DFB6AB97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09FD315-45AC-4FD6-BFEF-F61DCE87B3F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0368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ashokbhattarai/" TargetMode="External"/><Relationship Id="rId2" Type="http://schemas.openxmlformats.org/officeDocument/2006/relationships/hyperlink" Target="mailto:eashokbhattarai@gmail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BEF57-504B-2F55-1372-F2F286AFEB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Advanced Java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6DFD5A-2141-F469-3800-BF087820A6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ICT Ed. 516, MRC </a:t>
            </a:r>
          </a:p>
        </p:txBody>
      </p:sp>
    </p:spTree>
    <p:extLst>
      <p:ext uri="{BB962C8B-B14F-4D97-AF65-F5344CB8AC3E}">
        <p14:creationId xmlns:p14="http://schemas.microsoft.com/office/powerpoint/2010/main" val="992213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DEA04-090C-063D-B765-F628E1631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D96D8-B4D8-5A31-0A65-16D656A42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Ashok Bhattarai</a:t>
            </a:r>
          </a:p>
          <a:p>
            <a:r>
              <a:rPr lang="en-US" dirty="0">
                <a:hlinkClick r:id="rId2"/>
              </a:rPr>
              <a:t>eashokbhattarai@gmail.com</a:t>
            </a:r>
            <a:endParaRPr lang="en-US" dirty="0"/>
          </a:p>
          <a:p>
            <a:r>
              <a:rPr lang="en-US" dirty="0">
                <a:hlinkClick r:id="rId3"/>
              </a:rPr>
              <a:t>https://www.linkedin.com/in/ashokbhattarai/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Part Time Instructor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Advanced Programming in C#, Basic Java, Cloud Computing and other programming courses.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10+ Years Experience in Software Industry in Government Projects, Aviation Industry and US Healthcare Companies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Architect 2 @ Cedar Gate Technologies (an IQVIA Business), </a:t>
            </a:r>
            <a:r>
              <a:rPr lang="en-US" dirty="0" err="1"/>
              <a:t>Sanepa</a:t>
            </a:r>
            <a:r>
              <a:rPr lang="en-US" dirty="0"/>
              <a:t>, Lalitpur</a:t>
            </a:r>
          </a:p>
        </p:txBody>
      </p:sp>
    </p:spTree>
    <p:extLst>
      <p:ext uri="{BB962C8B-B14F-4D97-AF65-F5344CB8AC3E}">
        <p14:creationId xmlns:p14="http://schemas.microsoft.com/office/powerpoint/2010/main" val="3033309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AF286-D166-E031-C7C4-F9E4086DA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Learn Advanced Java?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49920-F1C0-861F-2625-A3C514FF0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 powers:</a:t>
            </a:r>
          </a:p>
          <a:p>
            <a:r>
              <a:rPr lang="en-US" dirty="0"/>
              <a:t>Enterprise systems</a:t>
            </a:r>
            <a:br>
              <a:rPr lang="en-US" dirty="0"/>
            </a:br>
            <a:r>
              <a:rPr lang="en-US" dirty="0"/>
              <a:t>Banking platforms</a:t>
            </a:r>
            <a:br>
              <a:rPr lang="en-US" dirty="0"/>
            </a:br>
            <a:r>
              <a:rPr lang="en-US" dirty="0"/>
              <a:t>Large scale distributed applications</a:t>
            </a:r>
            <a:br>
              <a:rPr lang="en-US" dirty="0"/>
            </a:br>
            <a:r>
              <a:rPr lang="en-US" dirty="0"/>
              <a:t>Cloud platforms</a:t>
            </a:r>
          </a:p>
          <a:p>
            <a:r>
              <a:rPr lang="en-US" dirty="0"/>
              <a:t>Used by companies worldwide for </a:t>
            </a:r>
            <a:r>
              <a:rPr lang="en-US" b="1" dirty="0"/>
              <a:t>high reliability and scalability</a:t>
            </a:r>
            <a:r>
              <a:rPr lang="en-US" dirty="0"/>
              <a:t>.</a:t>
            </a:r>
          </a:p>
          <a:p>
            <a:r>
              <a:rPr lang="en-US" dirty="0"/>
              <a:t>This course focuses on </a:t>
            </a:r>
            <a:r>
              <a:rPr lang="en-US" b="1" dirty="0"/>
              <a:t>advanced concepts beyond basic Java programming.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1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9454D-857B-F5C1-74CE-356755CFD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Basic Java to Advanced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1D0A5-C062-6E20-B0B9-928A39E02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Java focuses on:</a:t>
            </a:r>
          </a:p>
          <a:p>
            <a:r>
              <a:rPr lang="en-US" dirty="0"/>
              <a:t>Syntax</a:t>
            </a:r>
            <a:br>
              <a:rPr lang="en-US" dirty="0"/>
            </a:br>
            <a:r>
              <a:rPr lang="en-US" dirty="0"/>
              <a:t>Classes and objects</a:t>
            </a:r>
            <a:br>
              <a:rPr lang="en-US" dirty="0"/>
            </a:br>
            <a:r>
              <a:rPr lang="en-US" dirty="0"/>
              <a:t>Simple applications</a:t>
            </a:r>
          </a:p>
          <a:p>
            <a:r>
              <a:rPr lang="en-US" dirty="0"/>
              <a:t>Advanced Java focuses on:</a:t>
            </a:r>
          </a:p>
          <a:p>
            <a:r>
              <a:rPr lang="en-US" dirty="0"/>
              <a:t>Scalable systems</a:t>
            </a:r>
            <a:br>
              <a:rPr lang="en-US" dirty="0"/>
            </a:br>
            <a:r>
              <a:rPr lang="en-US" dirty="0"/>
              <a:t>Concurrency</a:t>
            </a:r>
            <a:br>
              <a:rPr lang="en-US" dirty="0"/>
            </a:br>
            <a:r>
              <a:rPr lang="en-US" dirty="0"/>
              <a:t>Networking</a:t>
            </a:r>
            <a:br>
              <a:rPr lang="en-US" dirty="0"/>
            </a:br>
            <a:r>
              <a:rPr lang="en-US" dirty="0"/>
              <a:t>Database integration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849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737D3-CAF8-357E-7A62-558AF89FB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D0EED-4957-3876-24DF-04BA15034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Understand advanced Java concepts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Build enterprise level applications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Learn multithreading and concurrency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Work with databases and enterprise APIs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Understand performance and scalability</a:t>
            </a:r>
          </a:p>
        </p:txBody>
      </p:sp>
    </p:spTree>
    <p:extLst>
      <p:ext uri="{BB962C8B-B14F-4D97-AF65-F5344CB8AC3E}">
        <p14:creationId xmlns:p14="http://schemas.microsoft.com/office/powerpoint/2010/main" val="1832075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048B2-34C0-93F3-C1D6-FAD186A7C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Contents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74C12-F7FA-A915-5E0D-396C2C1B6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Topics include:</a:t>
            </a:r>
          </a:p>
          <a:p>
            <a:r>
              <a:rPr lang="en-US" dirty="0"/>
              <a:t>Core Java Advanced Concepts</a:t>
            </a:r>
            <a:br>
              <a:rPr lang="en-US" dirty="0"/>
            </a:br>
            <a:r>
              <a:rPr lang="en-US" dirty="0"/>
              <a:t>Multithreading and Concurrency</a:t>
            </a:r>
            <a:br>
              <a:rPr lang="en-US" dirty="0"/>
            </a:br>
            <a:r>
              <a:rPr lang="en-US" dirty="0"/>
              <a:t>Networking and I/O</a:t>
            </a:r>
            <a:br>
              <a:rPr lang="en-US" dirty="0"/>
            </a:br>
            <a:r>
              <a:rPr lang="en-US" dirty="0"/>
              <a:t>Database Connectivity (JDBC)</a:t>
            </a:r>
            <a:br>
              <a:rPr lang="en-US" dirty="0"/>
            </a:br>
            <a:r>
              <a:rPr lang="en-US" dirty="0"/>
              <a:t>Advanced APIs and Libraries</a:t>
            </a:r>
            <a:br>
              <a:rPr lang="en-US" dirty="0"/>
            </a:br>
            <a:r>
              <a:rPr lang="en-US" dirty="0"/>
              <a:t>Java GUI and Enterprise Components</a:t>
            </a:r>
          </a:p>
        </p:txBody>
      </p:sp>
    </p:spTree>
    <p:extLst>
      <p:ext uri="{BB962C8B-B14F-4D97-AF65-F5344CB8AC3E}">
        <p14:creationId xmlns:p14="http://schemas.microsoft.com/office/powerpoint/2010/main" val="274706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E2250-5E88-37B0-BDE4-415274AE1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Learning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DF1E0-BB1D-7614-8A26-176296845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course will include:</a:t>
            </a:r>
          </a:p>
          <a:p>
            <a:r>
              <a:rPr lang="en-US" dirty="0"/>
              <a:t>Concept discussions</a:t>
            </a:r>
            <a:br>
              <a:rPr lang="en-US" dirty="0"/>
            </a:br>
            <a:r>
              <a:rPr lang="en-US" dirty="0"/>
              <a:t>Code examples</a:t>
            </a:r>
            <a:br>
              <a:rPr lang="en-US" dirty="0"/>
            </a:br>
            <a:r>
              <a:rPr lang="en-US" dirty="0"/>
              <a:t>Real world architecture examples</a:t>
            </a:r>
            <a:br>
              <a:rPr lang="en-US" dirty="0"/>
            </a:br>
            <a:r>
              <a:rPr lang="en-US" dirty="0"/>
              <a:t>Hands-on programming</a:t>
            </a:r>
            <a:br>
              <a:rPr lang="en-US" dirty="0"/>
            </a:br>
            <a:r>
              <a:rPr lang="en-US" dirty="0"/>
              <a:t>Assignments and projects</a:t>
            </a:r>
          </a:p>
          <a:p>
            <a:r>
              <a:rPr lang="en-US" dirty="0"/>
              <a:t>Focus will be on </a:t>
            </a:r>
            <a:r>
              <a:rPr lang="en-US" b="1" dirty="0"/>
              <a:t>practical understanding</a:t>
            </a:r>
            <a:r>
              <a:rPr lang="en-US" dirty="0"/>
              <a:t>, not just theory.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89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73A48-267E-79FC-4E5B-523C54AE6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Expectations From Students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B959A-4BC6-7E0B-5819-51A36F3EA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Students are expected to:</a:t>
            </a:r>
          </a:p>
          <a:p>
            <a:r>
              <a:rPr lang="en-US" dirty="0"/>
              <a:t>Have basic programming knowledge</a:t>
            </a:r>
            <a:br>
              <a:rPr lang="en-US" dirty="0"/>
            </a:br>
            <a:r>
              <a:rPr lang="en-US" dirty="0"/>
              <a:t>Practice coding regularly</a:t>
            </a:r>
            <a:br>
              <a:rPr lang="en-US" dirty="0"/>
            </a:br>
            <a:r>
              <a:rPr lang="en-US" dirty="0"/>
              <a:t>Participate in discussions</a:t>
            </a:r>
            <a:br>
              <a:rPr lang="en-US" dirty="0"/>
            </a:br>
            <a:r>
              <a:rPr lang="en-US" dirty="0"/>
              <a:t>Complete assignments and projects</a:t>
            </a:r>
          </a:p>
          <a:p>
            <a:r>
              <a:rPr lang="en-US" dirty="0"/>
              <a:t>Curiosity and experimentation are highly encouraged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599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602B9-ACE1-1BC6-4F55-4BE467A73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Industry Perspective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27DE9-5DC7-0350-FD1F-4AA039507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real software development:</a:t>
            </a:r>
          </a:p>
          <a:p>
            <a:r>
              <a:rPr lang="en-US" dirty="0"/>
              <a:t>Problems are complex</a:t>
            </a:r>
            <a:br>
              <a:rPr lang="en-US" dirty="0"/>
            </a:br>
            <a:r>
              <a:rPr lang="en-US" dirty="0"/>
              <a:t>Systems are distributed</a:t>
            </a:r>
            <a:br>
              <a:rPr lang="en-US" dirty="0"/>
            </a:br>
            <a:r>
              <a:rPr lang="en-US" dirty="0"/>
              <a:t>Performance and scalability matter</a:t>
            </a:r>
          </a:p>
          <a:p>
            <a:r>
              <a:rPr lang="en-US" dirty="0"/>
              <a:t>We will connect </a:t>
            </a:r>
            <a:r>
              <a:rPr lang="en-US" b="1" dirty="0"/>
              <a:t>Java concepts with real industry practices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041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4D581-68F4-C5A2-B7A6-2565C8AFE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42FD6-6353-3260-E2BB-03B195598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Who has experience with Java?</a:t>
            </a:r>
            <a:br>
              <a:rPr lang="en-US" dirty="0"/>
            </a:br>
            <a:r>
              <a:rPr lang="en-US" dirty="0"/>
              <a:t>Who has worked with other languages?</a:t>
            </a:r>
            <a:br>
              <a:rPr lang="en-US" dirty="0"/>
            </a:br>
            <a:r>
              <a:rPr lang="en-US" dirty="0"/>
              <a:t>What type of systems have you built?</a:t>
            </a:r>
          </a:p>
        </p:txBody>
      </p:sp>
    </p:spTree>
    <p:extLst>
      <p:ext uri="{BB962C8B-B14F-4D97-AF65-F5344CB8AC3E}">
        <p14:creationId xmlns:p14="http://schemas.microsoft.com/office/powerpoint/2010/main" val="359557922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62</TotalTime>
  <Words>333</Words>
  <Application>Microsoft Office PowerPoint</Application>
  <PresentationFormat>Widescreen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Retrospect</vt:lpstr>
      <vt:lpstr>Advanced Java Programming</vt:lpstr>
      <vt:lpstr>Introduction</vt:lpstr>
      <vt:lpstr>Why Learn Advanced Java?</vt:lpstr>
      <vt:lpstr>From Basic Java to Advanced Java</vt:lpstr>
      <vt:lpstr>Course Objectives</vt:lpstr>
      <vt:lpstr>Course Contents Overview</vt:lpstr>
      <vt:lpstr>Course Learning Approach</vt:lpstr>
      <vt:lpstr>Expectations From Students</vt:lpstr>
      <vt:lpstr>Industry Perspective</vt:lpstr>
      <vt:lpstr>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Ashok Bhattarai</dc:creator>
  <cp:lastModifiedBy>Ashok Bhattarai</cp:lastModifiedBy>
  <cp:revision>3</cp:revision>
  <dcterms:created xsi:type="dcterms:W3CDTF">2026-03-10T15:06:00Z</dcterms:created>
  <dcterms:modified xsi:type="dcterms:W3CDTF">2026-03-10T16:12:53Z</dcterms:modified>
</cp:coreProperties>
</file>